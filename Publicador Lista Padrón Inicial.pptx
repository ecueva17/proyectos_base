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5" r:id="rId1"/>
  </p:sldMasterIdLst>
  <p:sldIdLst>
    <p:sldId id="256" r:id="rId2"/>
    <p:sldId id="257" r:id="rId3"/>
    <p:sldId id="258" r:id="rId4"/>
    <p:sldId id="259" r:id="rId5"/>
    <p:sldId id="260" r:id="rId6"/>
    <p:sldId id="263" r:id="rId7"/>
    <p:sldId id="264" r:id="rId8"/>
    <p:sldId id="262" r:id="rId9"/>
  </p:sldIdLst>
  <p:sldSz cx="12192000" cy="6858000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5756FB-E05E-443F-88A1-CFC9063899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84727" y="1597961"/>
            <a:ext cx="9144000" cy="3162300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C5DA97A-281B-4A77-9D2C-C5E6A860E6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84727" y="4902488"/>
            <a:ext cx="9144000" cy="985075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FD7BAE-E194-4223-BB4E-5E487863F5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8A28C-4C6A-46EA-90C0-4EE0B89CC5C7}" type="datetimeFigureOut">
              <a:rPr lang="en-US" smtClean="0"/>
              <a:t>3/19/2026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21F6C9-7279-4DF8-9462-3EFEFA03F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457072-0A38-49AD-8D0D-0E42DD488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EF7F31-0B8A-474A-B86C-91F381754329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52472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398199-C6CF-4DFF-A750-435F06CC74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F2D5EB-F993-411F-9DBA-971321FC00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A5D216-27F9-4078-8349-ABC9F614A5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8A28C-4C6A-46EA-90C0-4EE0B89CC5C7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84F8A8-FBA7-4F25-ADEA-AF346495DE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4609F8-5897-4724-8FA6-3EFDE8F2DD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EF7F31-0B8A-474A-B86C-91F38175432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33091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6C0F0C-7BA8-490D-B4C9-CCE145DCD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4726" y="1709738"/>
            <a:ext cx="9143999" cy="3050523"/>
          </a:xfrm>
        </p:spPr>
        <p:txBody>
          <a:bodyPr anchor="b"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290E61-B837-4BE4-9BC7-6AF706BCCA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84726" y="4902488"/>
            <a:ext cx="9143999" cy="985075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52E15F-E46D-44C6-9FB9-07B0BC545A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8A28C-4C6A-46EA-90C0-4EE0B89CC5C7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BF6955-3667-4857-B35A-9E12F79886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14B309-D15E-4FA1-9B8D-8C1F3B56C3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EF7F31-0B8A-474A-B86C-91F38175432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64993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E219AB-91F9-4F80-9B5D-2E6FE925F0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19F334-D0CF-4DFD-BAA9-3ECD639B1F1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77362" y="2227809"/>
            <a:ext cx="4942438" cy="394915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5E0B5D-4613-4DA7-BA20-58B19BE8A4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227809"/>
            <a:ext cx="4855265" cy="394915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F311AB-0603-424D-BC42-0CEAB3562B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8A28C-4C6A-46EA-90C0-4EE0B89CC5C7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3AA2AC-0C5F-4835-BE47-D780C29890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6C54C0-DFDA-4778-9EE8-5E5C30E05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EF7F31-0B8A-474A-B86C-91F38175432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48426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9F3603-5B09-4916-8324-A6BDAB4E06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4726" y="365125"/>
            <a:ext cx="9942739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74073C-C15B-4218-9B84-6758955176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84725" y="1681163"/>
            <a:ext cx="491285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116D27-36F6-440B-A9BE-8B9499047C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84726" y="2505075"/>
            <a:ext cx="4912849" cy="36845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C12010D-7AC4-4A70-A211-6A29274119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4855265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6AE85B5-3350-49A4-86A1-E5DAED49162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4855265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A73E874-D08B-4D81-B82D-5DF242E4A1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8A28C-4C6A-46EA-90C0-4EE0B89CC5C7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E174067-0FFA-41C3-A3A6-E8907CC32D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7947985-FBC0-4118-8877-2E327F637D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EF7F31-0B8A-474A-B86C-91F38175432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02384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CE0282-3DE7-4AB9-83AC-AFEDD22AF3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1A7436C-706A-443F-86CD-4444C82818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8A28C-4C6A-46EA-90C0-4EE0B89CC5C7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9B53292-7EA5-45D0-957F-636A44FC06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76F59D-34BB-462C-B506-040B9E982F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EF7F31-0B8A-474A-B86C-91F38175432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67644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BE55245-AB52-41B4-9B28-55E6527DA2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8A28C-4C6A-46EA-90C0-4EE0B89CC5C7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A73B8AE-58B0-4FDF-8430-9D8D3DD537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9E4D91-8619-43C1-841B-B5F47DE017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EF7F31-0B8A-474A-B86C-91F38175432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56079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5DA660-DF93-4947-B93F-BF118D3B5F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4727" y="457200"/>
            <a:ext cx="368729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F0292E-B3E1-4FD6-A7FA-C165BAC21C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5844277" cy="4873625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FB0ECC-817B-4A71-AFB5-FC60A2BC3A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84727" y="2253343"/>
            <a:ext cx="3687298" cy="361564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788E0B-6135-4F59-A35A-2CA1A8BA4E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8A28C-4C6A-46EA-90C0-4EE0B89CC5C7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0DEF36-4037-4E6D-988F-CC8E3F11C6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5C0D2D-D878-4723-A002-5A601EFB4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EF7F31-0B8A-474A-B86C-91F38175432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85510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5C59D5-B8A1-4C9C-A61F-E082A44330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4727" y="720433"/>
            <a:ext cx="3687298" cy="1587337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4CB4F5F-E6E7-45C3-B35C-80F81FB1A5E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5827712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6633AB7-4F8E-4A9F-AC15-89E6A6E003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84727" y="2449286"/>
            <a:ext cx="3687298" cy="341970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74B526-866D-4E11-A7F9-081BD4EDF4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8A28C-4C6A-46EA-90C0-4EE0B89CC5C7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758BF8-E962-4367-8495-62438FDD48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C20AE1-C97D-4E6C-9DB2-B2904C2CF2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EF7F31-0B8A-474A-B86C-91F38175432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98497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489E81-5CFF-4A28-B9C8-5D54E51DF2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58A4CC8-DCB0-4E94-98A7-236E3D1866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D1F802-21C2-44B2-A419-55469D8265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8A28C-4C6A-46EA-90C0-4EE0B89CC5C7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BDB709-08FF-4C4A-8670-4CCA9146F9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395375-1CC8-4950-8439-877451C426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EF7F31-0B8A-474A-B86C-91F38175432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53379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CE8BDF0-A155-454D-B3E2-AD15D0905A6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073242" y="827313"/>
            <a:ext cx="2280557" cy="5061857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7244E0D-96EC-4B35-BA5C-5DAFCC7281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827313"/>
            <a:ext cx="8115300" cy="5061857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3ADC4E-9FB1-439F-B0FB-47F47B3421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8A28C-4C6A-46EA-90C0-4EE0B89CC5C7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7EE406-061A-4440-BA75-3B684FC848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6D93CF-F5F3-4897-A51E-47D577FDD3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EF7F31-0B8A-474A-B86C-91F38175432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8454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AE192E3E-68A9-4F36-936C-1C8D0B9EF132}"/>
              </a:ext>
            </a:extLst>
          </p:cNvPr>
          <p:cNvSpPr/>
          <p:nvPr/>
        </p:nvSpPr>
        <p:spPr>
          <a:xfrm>
            <a:off x="8803792" y="3455896"/>
            <a:ext cx="3388208" cy="3406341"/>
          </a:xfrm>
          <a:custGeom>
            <a:avLst/>
            <a:gdLst>
              <a:gd name="connsiteX0" fmla="*/ 3388058 w 3388208"/>
              <a:gd name="connsiteY0" fmla="*/ 0 h 3406341"/>
              <a:gd name="connsiteX1" fmla="*/ 3388208 w 3388208"/>
              <a:gd name="connsiteY1" fmla="*/ 0 h 3406341"/>
              <a:gd name="connsiteX2" fmla="*/ 3388208 w 3388208"/>
              <a:gd name="connsiteY2" fmla="*/ 3406341 h 3406341"/>
              <a:gd name="connsiteX3" fmla="*/ 0 w 3388208"/>
              <a:gd name="connsiteY3" fmla="*/ 3406341 h 3406341"/>
              <a:gd name="connsiteX4" fmla="*/ 79006 w 3388208"/>
              <a:gd name="connsiteY4" fmla="*/ 3404386 h 3406341"/>
              <a:gd name="connsiteX5" fmla="*/ 3383947 w 3388208"/>
              <a:gd name="connsiteY5" fmla="*/ 164274 h 3406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388208" h="3406341">
                <a:moveTo>
                  <a:pt x="3388058" y="0"/>
                </a:moveTo>
                <a:lnTo>
                  <a:pt x="3388208" y="0"/>
                </a:lnTo>
                <a:lnTo>
                  <a:pt x="3388208" y="3406341"/>
                </a:lnTo>
                <a:lnTo>
                  <a:pt x="0" y="3406341"/>
                </a:lnTo>
                <a:lnTo>
                  <a:pt x="79006" y="3404386"/>
                </a:lnTo>
                <a:cubicBezTo>
                  <a:pt x="1864742" y="3315784"/>
                  <a:pt x="3296223" y="1912901"/>
                  <a:pt x="3383947" y="164274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F214EB0-7E6D-4536-9350-5CB688B56F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7362" y="720434"/>
            <a:ext cx="9950103" cy="150737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F5455E-4725-4924-BF7D-2E1FC9E391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77362" y="2427316"/>
            <a:ext cx="9950103" cy="35135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CAD9D9-1A1D-4438-9F3D-E5E58FD72F1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243751" y="6356350"/>
            <a:ext cx="22966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bg1"/>
                </a:solidFill>
              </a:defRPr>
            </a:lvl1pPr>
          </a:lstStyle>
          <a:p>
            <a:fld id="{8C28A28C-4C6A-46EA-90C0-4EE0B89CC5C7}" type="datetimeFigureOut">
              <a:rPr lang="en-US" smtClean="0"/>
              <a:pPr/>
              <a:t>3/19/2026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80A827-D7BF-4CA4-8C29-5AE54ADA478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-1610380" y="1926575"/>
            <a:ext cx="383035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717188-1DE1-4DA5-8161-21179E4ADE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0355" y="6356350"/>
            <a:ext cx="410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bg1"/>
                </a:solidFill>
              </a:defRPr>
            </a:lvl1pPr>
          </a:lstStyle>
          <a:p>
            <a:fld id="{5DEF7F31-0B8A-474A-B86C-91F381754329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27988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0" r:id="rId1"/>
    <p:sldLayoutId id="2147483721" r:id="rId2"/>
    <p:sldLayoutId id="2147483722" r:id="rId3"/>
    <p:sldLayoutId id="2147483723" r:id="rId4"/>
    <p:sldLayoutId id="2147483724" r:id="rId5"/>
    <p:sldLayoutId id="2147483718" r:id="rId6"/>
    <p:sldLayoutId id="2147483714" r:id="rId7"/>
    <p:sldLayoutId id="2147483715" r:id="rId8"/>
    <p:sldLayoutId id="2147483716" r:id="rId9"/>
    <p:sldLayoutId id="2147483717" r:id="rId10"/>
    <p:sldLayoutId id="2147483719" r:id="rId11"/>
  </p:sldLayoutIdLst>
  <p:txStyles>
    <p:titleStyle>
      <a:lvl1pPr algn="l" defTabSz="914400" rtl="0" eaLnBrk="1" latinLnBrk="0" hangingPunct="1">
        <a:lnSpc>
          <a:spcPct val="110000"/>
        </a:lnSpc>
        <a:spcBef>
          <a:spcPct val="0"/>
        </a:spcBef>
        <a:buNone/>
        <a:defRPr sz="3200" b="1" kern="120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274320" indent="0" algn="l" defTabSz="914400" rtl="0" eaLnBrk="1" latinLnBrk="0" hangingPunct="1">
        <a:lnSpc>
          <a:spcPct val="120000"/>
        </a:lnSpc>
        <a:spcBef>
          <a:spcPts val="500"/>
        </a:spcBef>
        <a:buFontTx/>
        <a:buNone/>
        <a:defRPr sz="1600" b="1" kern="1200">
          <a:solidFill>
            <a:schemeClr val="tx1"/>
          </a:solidFill>
          <a:latin typeface="+mn-lt"/>
          <a:ea typeface="+mn-ea"/>
          <a:cs typeface="+mn-cs"/>
        </a:defRPr>
      </a:lvl2pPr>
      <a:lvl3pPr marL="54864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0" algn="l" defTabSz="914400" rtl="0" eaLnBrk="1" latinLnBrk="0" hangingPunct="1">
        <a:lnSpc>
          <a:spcPct val="120000"/>
        </a:lnSpc>
        <a:spcBef>
          <a:spcPts val="500"/>
        </a:spcBef>
        <a:buFontTx/>
        <a:buNone/>
        <a:defRPr sz="1200" b="1" kern="1200">
          <a:solidFill>
            <a:schemeClr val="tx1"/>
          </a:solidFill>
          <a:latin typeface="+mn-lt"/>
          <a:ea typeface="+mn-ea"/>
          <a:cs typeface="+mn-cs"/>
        </a:defRPr>
      </a:lvl4pPr>
      <a:lvl5pPr marL="82296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7" name="Rectangle 7">
            <a:extLst>
              <a:ext uri="{FF2B5EF4-FFF2-40B4-BE49-F238E27FC236}">
                <a16:creationId xmlns:a16="http://schemas.microsoft.com/office/drawing/2014/main" id="{C598E420-4FFC-4D35-B15F-045E166EE5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C8369D6E-3869-4FD8-B0FC-B5F6AEEC6B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4500765"/>
            <a:ext cx="6096000" cy="2357235"/>
          </a:xfrm>
          <a:prstGeom prst="rect">
            <a:avLst/>
          </a:prstGeom>
        </p:spPr>
      </p:pic>
      <p:sp>
        <p:nvSpPr>
          <p:cNvPr id="58" name="Freeform: Shape 9">
            <a:extLst>
              <a:ext uri="{FF2B5EF4-FFF2-40B4-BE49-F238E27FC236}">
                <a16:creationId xmlns:a16="http://schemas.microsoft.com/office/drawing/2014/main" id="{46DEAA51-8BA5-4C87-9448-75CBB18F09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6936259" y="-4126"/>
            <a:ext cx="3526736" cy="3420239"/>
          </a:xfrm>
          <a:custGeom>
            <a:avLst/>
            <a:gdLst>
              <a:gd name="connsiteX0" fmla="*/ 3526736 w 3526736"/>
              <a:gd name="connsiteY0" fmla="*/ 3420239 h 3420239"/>
              <a:gd name="connsiteX1" fmla="*/ 0 w 3526736"/>
              <a:gd name="connsiteY1" fmla="*/ 3420239 h 3420239"/>
              <a:gd name="connsiteX2" fmla="*/ 0 w 3526736"/>
              <a:gd name="connsiteY2" fmla="*/ 0 h 3420239"/>
              <a:gd name="connsiteX3" fmla="*/ 3467210 w 3526736"/>
              <a:gd name="connsiteY3" fmla="*/ 0 h 3420239"/>
              <a:gd name="connsiteX4" fmla="*/ 7694 w 3526736"/>
              <a:gd name="connsiteY4" fmla="*/ 3404028 h 3420239"/>
              <a:gd name="connsiteX5" fmla="*/ 7694 w 3526736"/>
              <a:gd name="connsiteY5" fmla="*/ 3416113 h 3420239"/>
              <a:gd name="connsiteX6" fmla="*/ 3526736 w 3526736"/>
              <a:gd name="connsiteY6" fmla="*/ 3416113 h 34202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26736" h="3420239">
                <a:moveTo>
                  <a:pt x="3526736" y="3420239"/>
                </a:moveTo>
                <a:lnTo>
                  <a:pt x="0" y="3420239"/>
                </a:lnTo>
                <a:lnTo>
                  <a:pt x="0" y="0"/>
                </a:lnTo>
                <a:lnTo>
                  <a:pt x="3467210" y="0"/>
                </a:lnTo>
                <a:lnTo>
                  <a:pt x="7694" y="3404028"/>
                </a:lnTo>
                <a:lnTo>
                  <a:pt x="7694" y="3416113"/>
                </a:lnTo>
                <a:lnTo>
                  <a:pt x="3526736" y="3416113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DB7B243-6AA5-4A7A-AA3C-5F4D234D30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42790" y="4196624"/>
            <a:ext cx="8657450" cy="1124073"/>
          </a:xfrm>
        </p:spPr>
        <p:txBody>
          <a:bodyPr anchor="b">
            <a:normAutofit/>
          </a:bodyPr>
          <a:lstStyle/>
          <a:p>
            <a:r>
              <a:rPr lang="es-MX" dirty="0"/>
              <a:t>Publicador Lista Padrón Inicial</a:t>
            </a:r>
            <a:endParaRPr lang="es-PE" dirty="0"/>
          </a:p>
        </p:txBody>
      </p:sp>
      <p:pic>
        <p:nvPicPr>
          <p:cNvPr id="59" name="Picture 2">
            <a:extLst>
              <a:ext uri="{FF2B5EF4-FFF2-40B4-BE49-F238E27FC236}">
                <a16:creationId xmlns:a16="http://schemas.microsoft.com/office/drawing/2014/main" id="{B63A3CAC-E150-CE87-0734-A548DC243A8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7310" r="-1" b="39962"/>
          <a:stretch>
            <a:fillRect/>
          </a:stretch>
        </p:blipFill>
        <p:spPr>
          <a:xfrm>
            <a:off x="1" y="-4125"/>
            <a:ext cx="10462125" cy="3419678"/>
          </a:xfrm>
          <a:custGeom>
            <a:avLst/>
            <a:gdLst/>
            <a:ahLst/>
            <a:cxnLst/>
            <a:rect l="l" t="t" r="r" b="b"/>
            <a:pathLst>
              <a:path w="10462125" h="3423981">
                <a:moveTo>
                  <a:pt x="6824" y="0"/>
                </a:moveTo>
                <a:lnTo>
                  <a:pt x="10462125" y="0"/>
                </a:lnTo>
                <a:lnTo>
                  <a:pt x="10462125" y="12085"/>
                </a:lnTo>
                <a:lnTo>
                  <a:pt x="6998417" y="3420238"/>
                </a:lnTo>
                <a:lnTo>
                  <a:pt x="10462125" y="3420238"/>
                </a:lnTo>
                <a:lnTo>
                  <a:pt x="10462125" y="3420239"/>
                </a:lnTo>
                <a:lnTo>
                  <a:pt x="1132764" y="3420239"/>
                </a:lnTo>
                <a:lnTo>
                  <a:pt x="1132764" y="3423981"/>
                </a:lnTo>
                <a:lnTo>
                  <a:pt x="0" y="3423981"/>
                </a:lnTo>
                <a:lnTo>
                  <a:pt x="0" y="4125"/>
                </a:lnTo>
                <a:lnTo>
                  <a:pt x="6824" y="4125"/>
                </a:lnTo>
                <a:close/>
              </a:path>
            </a:pathLst>
          </a:cu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697104A3-01F9-4B74-A319-2D54DB3E0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10462995" y="-4125"/>
            <a:ext cx="1734065" cy="342023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F527CF11-B26B-4BFF-A858-A93A6186EC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V="1">
            <a:off x="9618590" y="837644"/>
            <a:ext cx="3420241" cy="1736699"/>
          </a:xfrm>
          <a:custGeom>
            <a:avLst/>
            <a:gdLst>
              <a:gd name="connsiteX0" fmla="*/ 3423466 w 3423466"/>
              <a:gd name="connsiteY0" fmla="*/ 0 h 1718483"/>
              <a:gd name="connsiteX1" fmla="*/ 1710280 w 3423466"/>
              <a:gd name="connsiteY1" fmla="*/ 0 h 1718483"/>
              <a:gd name="connsiteX2" fmla="*/ 1710280 w 3423466"/>
              <a:gd name="connsiteY2" fmla="*/ 1 h 1718483"/>
              <a:gd name="connsiteX3" fmla="*/ 0 w 3423466"/>
              <a:gd name="connsiteY3" fmla="*/ 1 h 1718483"/>
              <a:gd name="connsiteX4" fmla="*/ 1538022 w 3423466"/>
              <a:gd name="connsiteY4" fmla="*/ 1709611 h 1718483"/>
              <a:gd name="connsiteX5" fmla="*/ 1710280 w 3423466"/>
              <a:gd name="connsiteY5" fmla="*/ 1718336 h 1718483"/>
              <a:gd name="connsiteX6" fmla="*/ 1710280 w 3423466"/>
              <a:gd name="connsiteY6" fmla="*/ 1718482 h 1718483"/>
              <a:gd name="connsiteX7" fmla="*/ 1711723 w 3423466"/>
              <a:gd name="connsiteY7" fmla="*/ 1718409 h 1718483"/>
              <a:gd name="connsiteX8" fmla="*/ 1713186 w 3423466"/>
              <a:gd name="connsiteY8" fmla="*/ 1718483 h 1718483"/>
              <a:gd name="connsiteX9" fmla="*/ 1713186 w 3423466"/>
              <a:gd name="connsiteY9" fmla="*/ 1718335 h 1718483"/>
              <a:gd name="connsiteX10" fmla="*/ 1885444 w 3423466"/>
              <a:gd name="connsiteY10" fmla="*/ 1709610 h 1718483"/>
              <a:gd name="connsiteX11" fmla="*/ 3423466 w 3423466"/>
              <a:gd name="connsiteY11" fmla="*/ 0 h 17184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423466" h="1718483">
                <a:moveTo>
                  <a:pt x="3423466" y="0"/>
                </a:moveTo>
                <a:lnTo>
                  <a:pt x="1710280" y="0"/>
                </a:lnTo>
                <a:lnTo>
                  <a:pt x="1710280" y="1"/>
                </a:lnTo>
                <a:lnTo>
                  <a:pt x="0" y="1"/>
                </a:lnTo>
                <a:cubicBezTo>
                  <a:pt x="0" y="889774"/>
                  <a:pt x="674138" y="1621607"/>
                  <a:pt x="1538022" y="1709611"/>
                </a:cubicBezTo>
                <a:lnTo>
                  <a:pt x="1710280" y="1718336"/>
                </a:lnTo>
                <a:lnTo>
                  <a:pt x="1710280" y="1718482"/>
                </a:lnTo>
                <a:lnTo>
                  <a:pt x="1711723" y="1718409"/>
                </a:lnTo>
                <a:lnTo>
                  <a:pt x="1713186" y="1718483"/>
                </a:lnTo>
                <a:lnTo>
                  <a:pt x="1713186" y="1718335"/>
                </a:lnTo>
                <a:lnTo>
                  <a:pt x="1885444" y="1709610"/>
                </a:lnTo>
                <a:cubicBezTo>
                  <a:pt x="2749328" y="1621606"/>
                  <a:pt x="3423466" y="889773"/>
                  <a:pt x="3423466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505656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ED2AADC4-65A8-46DF-8252-67D9BFDB9B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6959" y="0"/>
            <a:ext cx="999808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4871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378D3038-2092-423B-94CC-F50227426D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4974" y="0"/>
            <a:ext cx="992205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04601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843C786B-CFC2-45DA-AAF9-22D41F49F6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1944" y="0"/>
            <a:ext cx="1202811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53666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81A8E67F-0489-4D54-877D-D52CE9A9DB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161" y="30185"/>
            <a:ext cx="11979678" cy="6797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29679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231C52F-FF29-4115-A7E1-50BAD077A2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2539" y="747328"/>
            <a:ext cx="9950103" cy="1507376"/>
          </a:xfrm>
        </p:spPr>
        <p:txBody>
          <a:bodyPr/>
          <a:lstStyle/>
          <a:p>
            <a:r>
              <a:rPr lang="es-MX" u="sng" dirty="0"/>
              <a:t>Caso: DNI Caduco.</a:t>
            </a:r>
            <a:endParaRPr lang="es-PE" u="sng" dirty="0"/>
          </a:p>
        </p:txBody>
      </p:sp>
      <p:pic>
        <p:nvPicPr>
          <p:cNvPr id="4" name="Marcador de contenido 3">
            <a:extLst>
              <a:ext uri="{FF2B5EF4-FFF2-40B4-BE49-F238E27FC236}">
                <a16:creationId xmlns:a16="http://schemas.microsoft.com/office/drawing/2014/main" id="{49A9BF51-688A-4AFF-9C76-2420168EC52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814416" y="2316042"/>
            <a:ext cx="4093382" cy="35377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98506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58C23B90-FD77-4D0F-B1CD-8DC7ED0282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4195" y="2178977"/>
            <a:ext cx="3406435" cy="2751058"/>
          </a:xfrm>
          <a:prstGeom prst="rect">
            <a:avLst/>
          </a:prstGeom>
        </p:spPr>
      </p:pic>
      <p:sp>
        <p:nvSpPr>
          <p:cNvPr id="3" name="Título 1">
            <a:extLst>
              <a:ext uri="{FF2B5EF4-FFF2-40B4-BE49-F238E27FC236}">
                <a16:creationId xmlns:a16="http://schemas.microsoft.com/office/drawing/2014/main" id="{D40C73FD-6D99-44E0-AFA0-F504684EBAD9}"/>
              </a:ext>
            </a:extLst>
          </p:cNvPr>
          <p:cNvSpPr txBox="1">
            <a:spLocks/>
          </p:cNvSpPr>
          <p:nvPr/>
        </p:nvSpPr>
        <p:spPr>
          <a:xfrm>
            <a:off x="835315" y="1356928"/>
            <a:ext cx="9950103" cy="1507376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110000"/>
              </a:lnSpc>
              <a:spcBef>
                <a:spcPct val="0"/>
              </a:spcBef>
              <a:buNone/>
              <a:defRPr sz="3200" b="1" kern="120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s-MX" u="sng" dirty="0"/>
              <a:t>Caso con anotaciones.</a:t>
            </a:r>
            <a:endParaRPr lang="es-PE" u="sng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AA888B58-0690-447C-A94B-06538E8DF4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633" y="5230006"/>
            <a:ext cx="11120403" cy="1234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27067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231C52F-FF29-4115-A7E1-50BAD077A2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u="sng" dirty="0"/>
              <a:t>Caso: Menor de Edad.</a:t>
            </a:r>
            <a:endParaRPr lang="es-PE" u="sng" dirty="0"/>
          </a:p>
        </p:txBody>
      </p:sp>
      <p:pic>
        <p:nvPicPr>
          <p:cNvPr id="4" name="Marcador de contenido 3">
            <a:extLst>
              <a:ext uri="{FF2B5EF4-FFF2-40B4-BE49-F238E27FC236}">
                <a16:creationId xmlns:a16="http://schemas.microsoft.com/office/drawing/2014/main" id="{49A9BF51-688A-4AFF-9C76-2420168EC52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08" t="1078" r="620" b="906"/>
          <a:stretch/>
        </p:blipFill>
        <p:spPr>
          <a:xfrm>
            <a:off x="3881718" y="2384613"/>
            <a:ext cx="3962400" cy="3406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8505299"/>
      </p:ext>
    </p:extLst>
  </p:cSld>
  <p:clrMapOvr>
    <a:masterClrMapping/>
  </p:clrMapOvr>
</p:sld>
</file>

<file path=ppt/theme/theme1.xml><?xml version="1.0" encoding="utf-8"?>
<a:theme xmlns:a="http://schemas.openxmlformats.org/drawingml/2006/main" name="BlocksVTI">
  <a:themeElements>
    <a:clrScheme name="Blocks">
      <a:dk1>
        <a:sysClr val="windowText" lastClr="000000"/>
      </a:dk1>
      <a:lt1>
        <a:sysClr val="window" lastClr="FFFFFF"/>
      </a:lt1>
      <a:dk2>
        <a:srgbClr val="1B3843"/>
      </a:dk2>
      <a:lt2>
        <a:srgbClr val="F2F3F1"/>
      </a:lt2>
      <a:accent1>
        <a:srgbClr val="7A8592"/>
      </a:accent1>
      <a:accent2>
        <a:srgbClr val="8C8C96"/>
      </a:accent2>
      <a:accent3>
        <a:srgbClr val="7A6C76"/>
      </a:accent3>
      <a:accent4>
        <a:srgbClr val="A7AA9D"/>
      </a:accent4>
      <a:accent5>
        <a:srgbClr val="63787F"/>
      </a:accent5>
      <a:accent6>
        <a:srgbClr val="889DA5"/>
      </a:accent6>
      <a:hlink>
        <a:srgbClr val="71819B"/>
      </a:hlink>
      <a:folHlink>
        <a:srgbClr val="7E8B85"/>
      </a:folHlink>
    </a:clrScheme>
    <a:fontScheme name="Avenir">
      <a:majorFont>
        <a:latin typeface="Avenir Next LT Pro"/>
        <a:ea typeface=""/>
        <a:cs typeface=""/>
      </a:majorFont>
      <a:minorFont>
        <a:latin typeface="Avenir Next LT Pro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locksVTI" id="{31656FE6-20D8-4105-85EA-706EC9332BE9}" vid="{039DFFC9-9B25-4063-9235-B287A446F50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</TotalTime>
  <Words>19</Words>
  <Application>Microsoft Office PowerPoint</Application>
  <PresentationFormat>Panorámica</PresentationFormat>
  <Paragraphs>4</Paragraphs>
  <Slides>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2" baseType="lpstr">
      <vt:lpstr>Arial</vt:lpstr>
      <vt:lpstr>Avenir Next LT Pro</vt:lpstr>
      <vt:lpstr>Avenir Next LT Pro Light</vt:lpstr>
      <vt:lpstr>BlocksVTI</vt:lpstr>
      <vt:lpstr>Publicador Lista Padrón Inicial</vt:lpstr>
      <vt:lpstr>Presentación de PowerPoint</vt:lpstr>
      <vt:lpstr>Presentación de PowerPoint</vt:lpstr>
      <vt:lpstr>Presentación de PowerPoint</vt:lpstr>
      <vt:lpstr>Presentación de PowerPoint</vt:lpstr>
      <vt:lpstr>Caso: DNI Caduco.</vt:lpstr>
      <vt:lpstr>Presentación de PowerPoint</vt:lpstr>
      <vt:lpstr>Caso: Menor de Edad.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Publicador Lista Padrón Inicial</dc:title>
  <dc:creator>Usuario</dc:creator>
  <cp:lastModifiedBy>Usuario</cp:lastModifiedBy>
  <cp:revision>8</cp:revision>
  <dcterms:created xsi:type="dcterms:W3CDTF">2026-03-18T20:44:49Z</dcterms:created>
  <dcterms:modified xsi:type="dcterms:W3CDTF">2026-03-19T15:22:34Z</dcterms:modified>
</cp:coreProperties>
</file>